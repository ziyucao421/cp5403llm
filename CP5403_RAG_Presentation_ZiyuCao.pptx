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1811000" cy="70675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94480" y="5334000"/>
            <a:ext cx="362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ZiyuCao 15014211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1811000" cy="7067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Converted Presentation</PresentationFormat>
  <Paragraphs>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塔尔塔罗斯</cp:lastModifiedBy>
  <cp:revision>2</cp:revision>
  <dcterms:created xsi:type="dcterms:W3CDTF">2026-08-05T18:09:52Z</dcterms:created>
  <dcterms:modified xsi:type="dcterms:W3CDTF">2026-08-05T18:16:37Z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030BA6811DBF4432B73264BB58EED568_13</vt:lpwstr>
  </property>
  <property fmtid="{D5CDD505-2E9C-101B-9397-08002B2CF9AE}" pid="3" name="KSOProductBuildVer">
    <vt:lpwstr>2052-12.1.0.28043</vt:lpwstr>
  </property>
</Properties>
</file>